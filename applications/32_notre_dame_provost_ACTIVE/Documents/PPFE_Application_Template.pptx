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za63fXSZmaIZwNVM3JJQq8HYy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120162" y="-2056676"/>
            <a:ext cx="5302320" cy="11164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  <a:defRPr b="0" i="0" sz="4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Name</a:t>
            </a:r>
            <a:endParaRPr/>
          </a:p>
        </p:txBody>
      </p:sp>
      <p:sp>
        <p:nvSpPr>
          <p:cNvPr id="85" name="Google Shape;85;p1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Doctoral degree / institution and country / actual or expected degree date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Other degrees (MS, BS, etc.) or relevant experience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PhD Dissertation Title: “Insert title here”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Awards/Honors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Selected Publications or Research Products (Abstracts/patents,etc.)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Potential Notre Dame Mentor(s) and Department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Desired start date range at Notre Dame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Name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Previous research (include figures and citations as applicable)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Research skills / experience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Highlight your role in project for multidisciplinary work (if applicable)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Name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Previous research (include figures and citations as applicable)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Research skills / experience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Highlight your role in project for multidisciplinary work (if applicable)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Name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188843" y="87464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Proposed research (include names of potential Notre Dame mentors)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Resources needed for project (if applicable)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Include figures and citations as appropriate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0" y="0"/>
            <a:ext cx="10515600" cy="681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/>
              <a:t>Name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167578" y="917173"/>
            <a:ext cx="11164957" cy="530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Teaching/mentoring/professional service experience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Goals for postdoctoral training period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Career plans/goals following fellowship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2025-01-29T20:19:38Z</dcterms:created>
  <dc:creator>Thomas O'Sullivan</dc:creator>
</cp:coreProperties>
</file>